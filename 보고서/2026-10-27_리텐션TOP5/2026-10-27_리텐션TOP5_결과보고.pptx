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HS엔지니어링 · 리텐션 TOP5 결과 보고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4206240" cy="420624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2377440"/>
            <a:ext cx="2377440" cy="237744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게임제작본부 · 결과 보고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리텐션 TOP5 결과 보고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"다시 켜고 싶게 만드는 장치" 5가지를 4개 게임과 허브에 넣었습니다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2026-10-27  ·  게임제작본부 팀장 · 메인 Claude 정리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 모두 완료, 브라우저로 동작 확인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885950" cy="1234440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44168"/>
            <a:ext cx="18859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39112"/>
            <a:ext cx="17030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완료한 항목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71750" y="1234440"/>
            <a:ext cx="1885950" cy="1234440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71750" y="1344168"/>
            <a:ext cx="18859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663190" y="2039112"/>
            <a:ext cx="17030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4개 + 허브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6300" y="1234440"/>
            <a:ext cx="1885950" cy="1234440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86300" y="1344168"/>
            <a:ext cx="18859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2건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777740" y="2039112"/>
            <a:ext cx="17030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 가 찾아 고친 버그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00850" y="1234440"/>
            <a:ext cx="1885950" cy="1234440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00850" y="1344168"/>
            <a:ext cx="18859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$43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892290" y="2039112"/>
            <a:ext cx="17030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사용 비용 (5건 합계)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974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담당자의 분석("재미는 탄탄, 다시 들어올 이유가 약하다")에서 고른 TOP5 를 순서대로 구현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저장소 4개 · 허브 · 회사 저장소 모두 로컬 커밋까지 (GitHub 에는 아직 안 올림)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플레이어 저장 기록은 그대로 — 저장 키를 바꾸지 않고 값만 추가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TOP5 결과 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1316736"/>
                <a:gridCol w="3950208"/>
                <a:gridCol w="1563624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 게임 공통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일일 접속 보상(7일 연속) + 오늘의 임무 3개, 📅 버튼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770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확인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$23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머니 디펜스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영구 성장 재화 '퇴직금' + 강화 상점 7종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$3.6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Game Hub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처음 온 사람 안내 배너 + 공통 뱃지 10개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통과 (1건 수정)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$2.5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넥서스 디펜스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판 안내 말풍선 7단계, 건너뛰기·다시 보기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통과 (1건 수정)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$6.6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슬라임 키우기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'다음 목표' 패널 + 몬스터 도감 240칸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$7.2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577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1순위는 팀장이 사용량 한도에 걸려 QA 리포트가 없음 — 메인 Claude 가 브라우저로 4개 게임을 직접 확인했다.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 · 4개 게임 공통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접속 보상 + 오늘의 임무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0700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게임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385316" y="1207008"/>
            <a:ext cx="923544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85316" y="1207008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자정 초기화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45920"/>
            <a:ext cx="352044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📅 버튼 하나로 열림, 받을 보상이 있으면 빨간 점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보상은 7일 연속 주기로 점점 커짐 (7일째 특별 보상)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임무 3개: 처치 · 도달 · 강화처럼 그 게임의 행동으로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보상은 각 게임 재화 — 하루치가 한 판 보상을 넘지 않게 맞춤 (근거는 각 README)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넥서스는 기존 '매일 무료 복권'과 별개로 안내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15384" y="1607915"/>
            <a:ext cx="4507992" cy="2567750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slime_dail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644491"/>
            <a:ext cx="4434840" cy="249459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251960" y="457657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슬라임 키우기의 📅 일일 보상 창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 · 4개 게임 공통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넥서스 · 머니 · 벽짓살의 일일 보상 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20624" y="1929384"/>
            <a:ext cx="2633472" cy="1513332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nexus_dail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2560320" cy="1440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2931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넥서스 — 코어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55264" y="1929384"/>
            <a:ext cx="2633472" cy="1513332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money_dail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965960"/>
            <a:ext cx="2560320" cy="1440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91840" y="42931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머니 — 골드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089904" y="1929384"/>
            <a:ext cx="2633472" cy="1513332"/>
          </a:xfrm>
          <a:prstGeom prst="roundRect">
            <a:avLst>
              <a:gd name="adj" fmla="val 36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wall_dail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965960"/>
            <a:ext cx="2560320" cy="1440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126480" y="42931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벽짓살 — 사이오닉 정수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2순위 · 머니 디펜스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영구 성장 재화 '퇴직금'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0700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 통과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385316" y="1207008"/>
            <a:ext cx="1239012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85316" y="1207008"/>
            <a:ext cx="12390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원작에 없는 요소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45920"/>
            <a:ext cx="352044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판이 끝나면 도달 라운드·처치 수·보스·난이도에 따라 퇴직금 지급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 7종: 퇴사 전 가불(시작 골드), 자재 리베이트, 용역업체 인맥(노동자 +1), 전관예우(수입 +%), 노조 뒷돈(유지비), 경조사비(처치 골드), 스카우트 리베이트(영웅 할인)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레벨마다 비용이 지수로 오름 — 다음 판부터 영구 적용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이전에는 판이 끝나면 완전히 처음부터였던 유일한 게임 → 격차 해소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README '원작과 다른 점'에 추가했다고 기록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15384" y="1607915"/>
            <a:ext cx="4507992" cy="2567750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money_sh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644491"/>
            <a:ext cx="4434840" cy="249459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251960" y="457657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화면 → 🧧 강화 상점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3순위 · Game Hub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온 사람 안내 + 공통 뱃지 10개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0700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 통과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385316" y="1207008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85316" y="120700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버그 1건 수정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45920"/>
            <a:ext cx="352044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하나도 없으면 "처음이라면 슬라임 키우기부터" 안내 배너 (닫기 가능)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뱃지 10개: 올라운더, 탐험가, 게임별 목표 4개, 연속 접속 3·7일, 오늘의 임무 올클리어, 퇴직금 보유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게임 저장 기록은 읽기만 함 — 허브 전용 키 따로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 가 뱃지 설명 글자 처리 오류를 찾아 바로 고침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15384" y="2244292"/>
            <a:ext cx="4507992" cy="1294996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hub_badg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280868"/>
            <a:ext cx="4434840" cy="12218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251960" y="457657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허브 아래쪽 뱃지 줄 (회색 = 아직 못 얻음)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4순위 · 넥서스 디펜스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판 안내 가이드 7단계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0700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 통과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385316" y="1207008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85316" y="120700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버그 1건 수정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45920"/>
            <a:ext cx="352044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넥서스 → 강화 → 웨이브 → 병력·영웅 → 코어 → 지역 → 일일 보상 순서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단계는 그 상황이 처음 생길 때 뜸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건너뛰기 + 메인 화면 '안내 다시 보기'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플레이어에게는 자동으로 뜨지 않음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 가 찾은 문제: 백업 코드로 옛 기록을 불러오면 안내가 잘못 뜸 → 수정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15384" y="1607915"/>
            <a:ext cx="4507992" cy="2567750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nexus_gu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644491"/>
            <a:ext cx="4434840" cy="249459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251960" y="457657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출격하면 뜨는 1/7 안내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5순위 · 슬라임 키우기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'다음 목표' 패널 + 몬스터 도감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20624" y="1530763"/>
            <a:ext cx="4050792" cy="2310574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slime_goa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67339"/>
            <a:ext cx="3977640" cy="22374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2931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목표 2개 (장비 Lv.10, 보스 10층)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72584" y="1530763"/>
            <a:ext cx="4050792" cy="2310574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slime_dex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567339"/>
            <a:ext cx="3977640" cy="223742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09160" y="42931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몬스터 도감 30종 × 8등급 = 240칸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확인하지 못한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86784" cy="1552194"/>
          </a:xfrm>
          <a:prstGeom prst="roundRect">
            <a:avLst>
              <a:gd name="adj" fmla="val 589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89888"/>
            <a:ext cx="420624" cy="420624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89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7160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화면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38528"/>
            <a:ext cx="352958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375px 폭 배치는 코드로만 검토했다. 실제 폰(GitHub Pages)에서 버튼이 가리는지 확인 필요.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0016" y="1188720"/>
            <a:ext cx="3986784" cy="1552194"/>
          </a:xfrm>
          <a:prstGeom prst="roundRect">
            <a:avLst>
              <a:gd name="adj" fmla="val 589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01184" y="1389888"/>
            <a:ext cx="420624" cy="420624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1184" y="1389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31536" y="137160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자정 넘김 · 실제 진행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1938528"/>
            <a:ext cx="352958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날짜가 바뀔 때 초기화, 실제로 플레이하면 임무 진행도가 차는지는 코드로만 확인.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996946"/>
            <a:ext cx="3986784" cy="1552194"/>
          </a:xfrm>
          <a:prstGeom prst="roundRect">
            <a:avLst>
              <a:gd name="adj" fmla="val 589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198114"/>
            <a:ext cx="420624" cy="42062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319811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179826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밸런스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746754"/>
            <a:ext cx="352958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퇴직금·일일 보상을 오래 받았을 때 게임이 너무 쉬워지지 않는지 — 플레이 기록이 쌓이면 다시 본다.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0016" y="2996946"/>
            <a:ext cx="3986784" cy="1552194"/>
          </a:xfrm>
          <a:prstGeom prst="roundRect">
            <a:avLst>
              <a:gd name="adj" fmla="val 589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01184" y="3198114"/>
            <a:ext cx="420624" cy="42062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01184" y="319811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31536" y="3179826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넥서스 온라인 랭킹 끊김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928616" y="3746754"/>
            <a:ext cx="352958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주소가 없어짐(DNS 없음). 랭킹·클라우드 저장·구글 로그인이 안 됨. 게임 자체는 정상.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일하는 방식 개선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건당 비용 $23 → 평균 $5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72512" cy="3360420"/>
          </a:xfrm>
          <a:prstGeom prst="roundRect">
            <a:avLst>
              <a:gd name="adj" fmla="val 35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89888"/>
            <a:ext cx="420624" cy="42062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89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71600"/>
            <a:ext cx="165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처음: 전체 팀 ($23)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38528"/>
            <a:ext cx="211531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 한 건에 팀장이 프로그래밍·QA·시나리오·아트 9명을 모두 불러 비용이 컸고, 사용량 한도에 걸려 마지막 제출이 빠졌다.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85744" y="1188720"/>
            <a:ext cx="2572512" cy="3360420"/>
          </a:xfrm>
          <a:prstGeom prst="roundRect">
            <a:avLst>
              <a:gd name="adj" fmla="val 35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6912" y="1389888"/>
            <a:ext cx="420624" cy="42062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86912" y="1389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17264" y="1371600"/>
            <a:ext cx="165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가벼운 구성 (건당 $2.5~7)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14344" y="1938528"/>
            <a:ext cx="211531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1명 + QA 1명만, 시나리오·아트는 꼭 필요할 때 한 번. 2~5순위 4건 합계 약 $20.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14288" y="1188720"/>
            <a:ext cx="2572512" cy="3360420"/>
          </a:xfrm>
          <a:prstGeom prst="roundRect">
            <a:avLst>
              <a:gd name="adj" fmla="val 35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15456" y="1389888"/>
            <a:ext cx="420624" cy="42062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15456" y="1389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45808" y="1371600"/>
            <a:ext cx="165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끊김 방지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42888" y="1938528"/>
            <a:ext cx="211531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팀장이 팀원을 기다리지 않고 먼저 끝나 작업이 끊긴 일이 있어, '팀원은 기다려서 부른다'를 지시서에 넣었다.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대표님 결정 필요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28216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28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916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에 올릴까요? — 서버 관리 담당자가 게임 4개 + 허브를 올리면 휴대폰에서 바로 플레이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41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40487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넥서스 랭킹: supabase.com 에서 프로젝트 상태 확인 (Paused 면 Restore 한 번)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11810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벽짓살에도 온라인 랭킹을 붙일지 — 넥서스 랭킹 복구 결과를 보고 결정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6791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867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83133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'퇴직금' 이름과 강화 7종 이름(전관예우·노조 뒷돈 등)의 풍자 톤이 괜찮은지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HS엔지니어링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리텐션 TOP5 결과 보고</dc:title>
  <dc:subject>PptxGenJS Presentation</dc:subject>
  <dc:creator>게임제작본부 팀장 · 메인 Claude 정리</dc:creator>
  <cp:lastModifiedBy>게임제작본부 팀장 · 메인 Claude 정리</cp:lastModifiedBy>
  <cp:revision>1</cp:revision>
  <dcterms:created xsi:type="dcterms:W3CDTF">2026-10-27T05:45:08Z</dcterms:created>
  <dcterms:modified xsi:type="dcterms:W3CDTF">2026-10-27T05:45:08Z</dcterms:modified>
</cp:coreProperties>
</file>